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87014-E39B-BDEA-D138-89539E01F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75D20-7369-76BC-D3DD-282D929EB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EBBBE-493D-0756-DE8C-F8A3F61EC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A505-79E9-4333-8DC0-123267B78313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56EC1-FB80-7887-F9AC-75BC6EED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BA18C-8DFE-AA0F-2017-FB45B236F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446-8184-4153-8AF9-15382DEF79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542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40AE7-29F9-FC07-C5C3-90519F3E6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796DC-DC0F-DF2B-03DC-B57281967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C898A-C641-F063-569F-A399A44A3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A505-79E9-4333-8DC0-123267B78313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DD715-B608-8FFA-83C7-654E845F8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4D071-3000-A38C-30F1-00922863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446-8184-4153-8AF9-15382DEF79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161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196CE-F18C-3AD9-F0D2-AF2C5A429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6ABB0-DE00-2E34-8400-824DA262B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3C7CC-5957-0AF2-310C-5AC71217D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A505-79E9-4333-8DC0-123267B78313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F2534-E738-6A60-0061-CA552F86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190A8-744F-F1B0-C445-43BF4260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446-8184-4153-8AF9-15382DEF79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105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4D381-D01D-A415-382F-E5D1C2C40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E7993-292C-356E-2EF8-07DD22524F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E9B88D-1676-2BDD-44D1-476275121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CC8DC-55D8-C240-FBB5-371047169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A505-79E9-4333-8DC0-123267B78313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13225-8B7D-5F20-7A42-D9B41820A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2EBBF-085F-CDB1-75DD-610F30BF4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446-8184-4153-8AF9-15382DEF79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404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EC85C-CAC2-CF8F-BA88-DC85A0191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DC8DE-C035-2EE8-1D88-7962DB1F8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B7A72-0430-E213-93A7-D5162DDB2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50FC6A-F4FB-E329-51EB-01DC4CAB4B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B907AD-25B4-AC28-5502-E06F3D10E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A004AC-EC13-E937-22D5-BD824ACE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A505-79E9-4333-8DC0-123267B78313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96CE47-1567-1C26-D019-46A37C3CB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B4034A-92FB-27C3-A4B4-B52CC3B52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446-8184-4153-8AF9-15382DEF79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368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2358-F6FB-A2CF-575B-1B473A5AE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B2E837-79D5-376E-73DF-B755BC7C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A505-79E9-4333-8DC0-123267B78313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5739F-B670-BF26-6964-52CBF258B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AE284-BAD7-3419-79F8-99E375700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446-8184-4153-8AF9-15382DEF79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19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A473B1-3325-466F-0F08-F56726305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A505-79E9-4333-8DC0-123267B78313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5AB51-FC8B-7681-ADB4-D727735CC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CE385-5F29-65DA-7A1B-C5CCF8CB0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446-8184-4153-8AF9-15382DEF79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704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DF16E-666B-2D7F-F903-26AF70354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B51AB-26AB-987F-F761-EF70F1C2D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96B3F5-4EB2-92F1-8B15-91FA38402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32413F-41A4-49FC-206E-20632343C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A505-79E9-4333-8DC0-123267B78313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AC2FB-01BE-EC22-4E3C-5F1472EF7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561C0-818D-7F68-2EE2-4A6B2EB2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446-8184-4153-8AF9-15382DEF79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38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A038B-2DD7-4745-AB63-78501FA79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ACC5D8-5F55-BF99-A1E2-F1369DFD7B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BE7AF-84FD-E42D-3DB1-48227760D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CDE54A-0841-0725-BB1D-1A74667B8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A505-79E9-4333-8DC0-123267B78313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9DB451-CBD2-2409-5272-98B4DA415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7A9C1-146F-819D-0176-A6C955E2B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446-8184-4153-8AF9-15382DEF79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253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01334-68C1-D4A9-BE2A-473CC7306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7C9E1-7996-9237-6491-4AAA794D8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3F62F-B39B-5852-090E-26A9EAF10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A505-79E9-4333-8DC0-123267B78313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420BE-C27A-C3BB-6FA1-91C44BB87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1B11B-F8F0-93E0-50C9-28DCAB9B7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446-8184-4153-8AF9-15382DEF79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03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532A01-8F51-BF34-7777-DE70170A3B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E90D7-814D-4E74-5382-AA0B61DC7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130C4-B084-4031-13F9-CD9229A37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2A505-79E9-4333-8DC0-123267B78313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43E3F-C6EB-74B5-E1C8-D62452FD9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EFE86-A6D4-047D-5407-66D44C578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E446-8184-4153-8AF9-15382DEF79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172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AA8DD-453F-E921-5700-30A281735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8A5EA-F6BD-F4EF-8953-4C23DB813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19A79-0F9E-B340-D424-5F4D1241A2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2A505-79E9-4333-8DC0-123267B78313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F95DF-EF87-961C-4B7E-5E2E9CD22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C113C-3C56-38B7-F6DE-8C4964411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6E446-8184-4153-8AF9-15382DEF79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459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FEF27-ADB8-62B7-4D55-C883A05973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8580D1-A022-C529-3E4D-278DE2CD7E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677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35626B-0AD4-7D06-EB33-FC4022D82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73" y="457201"/>
            <a:ext cx="11601218" cy="567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917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DE259D-6100-55C8-634A-3377A69C6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745" y="827892"/>
            <a:ext cx="10965873" cy="550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159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074201-7559-A909-A1E9-7243F0C98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84" y="457200"/>
            <a:ext cx="11358715" cy="558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83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01DEB4-AB66-A5B2-8E51-EC82B772F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55" y="592356"/>
            <a:ext cx="7869246" cy="410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003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29152D-B125-AC53-0FC3-CA4C41140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82" y="446809"/>
            <a:ext cx="11735890" cy="581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313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624999-86D7-F7E3-2403-6C7C6AE0C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926" y="1049482"/>
            <a:ext cx="9938356" cy="510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458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116CCF-DA3F-D6F2-F4C5-E83FE5302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36" y="1080654"/>
            <a:ext cx="9569610" cy="498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137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Sourav Saha</dc:creator>
  <cp:lastModifiedBy>Sourav Saha</cp:lastModifiedBy>
  <cp:revision>7</cp:revision>
  <dcterms:created xsi:type="dcterms:W3CDTF">2026-03-29T03:50:08Z</dcterms:created>
  <dcterms:modified xsi:type="dcterms:W3CDTF">2026-03-29T04:05:48Z</dcterms:modified>
</cp:coreProperties>
</file>